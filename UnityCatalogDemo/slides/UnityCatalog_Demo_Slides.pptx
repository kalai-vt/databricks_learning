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3B1D"/>
                </a:solidFill>
              </a:rPr>
              <a:t>Unity Catalog for RetailCorp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A hands-on Unity Catalog demo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Presented as a 45-60 minute technical session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Audience: SQL Developers, Data Engineers, BI Developers, Databricks beginners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Agenda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What is Unity Catalog &amp; why it exists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Hive Metastore vs Unity Catalog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Architecture &amp; components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Live build: Catalogs, Schemas, Tables, Views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Security: RBAC, GRANT/REVOKE, Access Denied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External Tables, Volumes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Data Lineage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Recap &amp; Q&amp;A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What is Unity Catalog?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A unified governance layer for all data &amp; AI assets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Covers tables, views, volumes, ML models, functions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One place to define access, track lineage, and audit usage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Shared across every workspace attached to the same Metastore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Why Unity Catalog Was Introduced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Databricks scaled from a few notebooks to hundreds of workspaces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Hive Metastore's per-workspace design could not govern at that scale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No cross-workspace visibility, no lineage, no file governance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Enterprises needed one governance plane, not many disconnected 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Problems with Legacy Hive Metastore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Siloed: one metastore per workspace, no sharing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Coarse, cluster-dependent table ACLs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No built-in lineage tracking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Raw files (DBFS mounts) were ungoverned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Only a two-level namespace: database.table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No native cross-account data sharing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Hive Metastore vs Unity Catalog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Scope: single workspace vs shared Metastore across workspaces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Namespace: 2-level vs 3-level (catalog.schema.table)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Permissions: cluster-dependent ACLs vs central SQL GRANT/REVOKE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Lineage: none vs automatic, table &amp; column level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Files: ungoverned DBFS vs governed Volumes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Sharing: copy/export vs Delta Sharing (no copy)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Unity Catalog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Metastore (one per cloud region)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-&gt; Catalog (per department / business unit / environment)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-&gt; Schema (grouping of related objects)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-&gt; Table / View / Volume / Function / Model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Workspaces attach to a Metastore; many workspaces can share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Unity Catalog Components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Metastore, Catalog, Schema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Managed Table, External Table, View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Volume, External Location, Storage Credential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Function, Registered Model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Share / Recipient / Provider (Delta Sharing)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Metastore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Top-level metadata container, one per region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Stores catalogs, schemas, tables, grants, lineage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Owns a default managed storage root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Created once by an admin via Account Console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Catalog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First level of the three-level namespace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Maps naturally to a department or business unit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RetailCorp: retail_sales, retail_hr, retail_finance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Primary boundary for broad access decisions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Schema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Second level: catalog.schema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Groups related tables, views, volumes ("a folder")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Every catalog auto-creates default and information_schema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Example: retail_sales.sales, retail_hr.hr, retail_finance.finance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Structured, tabular data: catalog.schema.table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Default format: Delta Lake (ACID, time travel)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Two flavors: Managed and External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Column-level comments power documentation &amp; search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Views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A saved query, stores no data of its own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Re-executed live against base tables on every query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Governed with the same GRANT/REVOKE as tables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Great for BI-facing models and hiding sensitive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Volumes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Govern access to non-tabular files (CSV, images, models)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Live inside a schema, alongside tables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Exposed at /Volumes/catalog/schema/volume/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Managed or External, same pattern as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External Locations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Named, governed pointer: cloud path + storage credential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Required before creating External Tables/Volumes outside managed storage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Created and controlled by an admin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Storage Credentials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Cloud IAM role / service principal Unity Catalog can assume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Decoupled from the specific storage path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High-trust object — admin-only privilege to create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Managed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No LOCATION clause -&gt; Unity Catalog owns the storage path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DROP TABLE deletes metadata AND data files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Recommended default for most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External Tables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LOCATION clause points inside a registered External Location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Unity Catalog manages metadata &amp; permissions only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DROP TABLE removes metadata only; files stay put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Used when data must remain in a specific bucket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Data Governance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Centralized access control across every workspace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Automatic lineage, tags, comments, classification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Comprehensive, queryable audit logging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One rule set enforced everywhere, every tool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RBAC (Role-Based Access Control)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Standard SQL GRANT / REVOKE statements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Privileges: USE CATALOG, USE SCHEMA, SELECT, MODIFY, ALL PRIVILEGES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ALL levels of the hierarchy must be satisfied to access an object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Best practice: grant to groups, not individual users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RetailCorp Security Demo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Admin: full access, every catalog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Sales User: retail_sales only, SELECT + MODIFY on orders/sales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HR User: retail_hr only, ALL PRIVILEGES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Finance User: retail_finance + read-only sales summary view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Live demo: Access Denied errors proven in real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Data Lineage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Captured automatically for every query, zero configuration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Table-level AND column-level detail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Visible in Catalog Explorer's Lineage tab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Queryable via system.access.table_lineage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RetailCorp Lineage Chain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customers, orders, products, sales (tables)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-&gt; sales_summary_view (view)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-&gt; Power BI Dashboard (downstream, auto-captured)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Enables impact analysis, audits, and root-cause debugging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Sharing Data (Delta Sharing)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Open protocol to share live data without copying it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Create a SHARE, add objects, grant a RECIPIENT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Works with Databricks and non-Databricks consumers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No data duplication, no stale exports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Catalog Explorer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Point-and-click UI for the entire Unity Catalog object tree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Browse, document, and tag catalogs/schemas/tables/volumes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Grant/revoke permissions without writing SQL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Explore interactive lineage graphs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Recap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One Metastore, one governance layer, every workspace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Catalog -&gt; Schema -&gt; Table/View/Volume, three-level namespace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RBAC enforced at every level, automatically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Lineage tracked with zero developer effort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RetailCorp: Sales, HR, and Finance cleanly isolated and governed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11064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3B1D"/>
                </a:solidFill>
              </a:rPr>
              <a:t>Thank You / Q&amp;A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234440"/>
            <a:ext cx="2743200" cy="50800"/>
          </a:xfrm>
          <a:prstGeom prst="rect">
            <a:avLst/>
          </a:prstGeom>
          <a:solidFill>
            <a:srgbClr val="FF3B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Full demo project: UnityCatalogDemo/ (notebooks, SQL, CSVs, docs)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Interview questions: interview_questions/interview_questions.md</a:t>
            </a:r>
          </a:p>
          <a:p>
            <a:pPr>
              <a:spcAft>
                <a:spcPts val="1200"/>
              </a:spcAft>
              <a:defRPr sz="2200">
                <a:solidFill>
                  <a:srgbClr val="1B1B1B"/>
                </a:solidFill>
              </a:defRPr>
            </a:pPr>
            <a:r>
              <a:t>•  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46520"/>
            <a:ext cx="7315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RetailCorp Unity Catalog Demo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8A8A8A"/>
                </a:solidFill>
              </a:rPr>
              <a:t>27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